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4200" b="1">
                <a:solidFill>
                  <a:srgbClr val="0F172A"/>
                </a:solidFill>
                <a:latin typeface="Microsoft JhengHei"/>
              </a:defRPr>
            </a:pPr>
            <a:r>
              <a:t>AIoT 智慧安全監控與主動防禦平台</a:t>
            </a:r>
          </a:p>
          <a:p>
            <a:pPr>
              <a:spcAft>
                <a:spcPts val="4000"/>
              </a:spcAft>
              <a:defRPr sz="1800">
                <a:solidFill>
                  <a:srgbClr val="475569"/>
                </a:solidFill>
                <a:latin typeface="Microsoft JhengHei"/>
              </a:defRPr>
            </a:pPr>
            <a:r>
              <a:t>整合 YOLO26n 影像辨識與 Gemini 3.5 AI 智慧稽核的工安主動防禦系統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專案成果簡報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01  專案背景與工安挑戰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傳統工安痛點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人工巡檢存在盲點：廠區範圍廣大，安全管理人員無法做到 24 小時無死角監視，易生疏漏。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意外發生反應遲緩：傳統監控僅有錄影功能，發現違規到實際通報存在時間差，無法即時阻止意外。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歷史數據難以追蹤：工安違規紀錄零散，難以進行數位化統計、趨勢分析與系統性預防改善。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科技化轉型契機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邊緣端 AI 即時影像辨識：透過邊緣運算執行 YOLO 模型，可實現毫秒級的高精度穿戴辨識。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大語言模型智慧稽核：藉由 LLM (Gemini 3.5) 的理解力，快速分析歷史違規紀錄，找出管理盲點。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即時聯網警報通報：結合 Discord Webhook，將違規畫面與通知即時推播給管理人員，落實主動防禦。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02  系統核心功能特點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📷 邊緣端影像監控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YOLO26n 自訂模型：使用自行訓練的輕量化模型，進行即時影像中人員的安全帽及反光背心穿戴偵測。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毫秒級邊緣運算：支援網頁 Web 相機或圖片串流，在邊緣端快速完成影像辨識，確保高效率偵測。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精準比例座標標記：將檢測框轉換為相對比例，保障網頁 Canvas 縮放時的精準渲染。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2608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🚨 Discord 即時警報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即時警報發送：偵測到安全違規行為時，自動調用 Webhook，將警告文字訊息即時發送至 Discord 頻道。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違規畫面截圖：自動擷取當下違規畫面的圖片作為附件一併發送，提供管理人員明確的第一手事證。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去抖動與冷卻機制：內建 10 秒警報冷卻時間，避免在連續畫面中重複發送警報而洗版。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🧠 Gemini AI 智慧報告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智慧稽核分析：整合 Google Gemini 3.5 Flash API，在「Gemini 智慧稽核」分頁提供一鍵生成分析功能。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大數據統計：自動撈取資料庫中最新的 100 筆違規紀錄，由 AI 進行違規統計與趨勢分析。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管理改善建議：由 AI 評估工安風險，並產出繁體中文的精準改善與現場防範建議報告。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03  系統架構設計與模組關係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1. 影像擷取與邊緣 AI 推論層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使用背景 Python YOLO Worker：載入自訂訓練的 `yolo26n.pt` 權重，進行高效的即時畫面物體偵測。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雙向進程通訊：與後端 Node.js 通過 IPC (stdin/stdout JSON) 管道，進行毫秒級的物體檢測數據對接。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2. 核心控制與數據儲存層 (Node.js &amp; PostgreSQL)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Node.js Express 後端伺服器：作為系統的控制核心，負責協調前端、YOLO Worker、資料庫與外部 API。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數據持久化與雙向通訊：使用 Sequelize ORM 連接 PostgreSQL 資料庫儲存違規事件；透過 Socket.io 實時推送日誌至前端。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3. 智慧分析與外部警報外接層 (Gemini &amp; Discord)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Google Gemini 3.5 Flash API：負責調用大語言模型，對 PostgreSQL 中的違規數據進行深度稽核與分析報告生成。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• Discord Webhook 警報：負責向外部 Discord 頻道發送包含即時違規影像截圖的訊息通知，落實主動警報。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04  智慧安全偵測與通報流程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9456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影像擷取與傳輸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網頁前端調用 Web 相機實時擷取畫面影格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透過影像串流或 Base64 格式即時傳送至後端進行處理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657600"/>
            <a:ext cx="36576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377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49040" y="21945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19456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YOLO 智慧偵測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後端載入 `yolo26n.pt` 進行影像物體偵測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毫秒級判定人員是否戴安全帽與穿反光背心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9320" y="3657600"/>
            <a:ext cx="36576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377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19456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違規事件存庫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當判定有違規行為時，自動截圖並以時間戳命名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將違規時間、類別與截圖路徑寫入 PostgreSQL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3960" y="3657600"/>
            <a:ext cx="36576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377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0" y="21945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834640"/>
            <a:ext cx="219456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Discord Webhook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自動呼叫 Webhook 將警報文字及違規照片傳送至 Discord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內建 10 秒去抖動冷卻時間，防止洗版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05  Gemini AI 智慧工安報告與稽核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AI 智慧稽核運作模式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一鍵自動化分析：管理人員只需在「Gemini 智慧稽核」分頁點擊按鈕，系統即自動調用 API，無須手動整理數據。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資料庫無縫對接：後端會自動撈取 PostgreSQL 中最新的 100 筆違規紀錄（包含時間、違規類型等數據）。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繁體中文智慧生成：AI 專門針對台灣工安規範，以繁體中文生成排版工整、論點清晰的分析與建議報告。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報告三大核心價值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違規統計分析：由 Gemini 自動歸納出最常發生違規的時段（例如交班或疲勞時段）以及最常被忽略的防護具（如安全帽或背心）。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工安風險評估：依據違規頻率與型態，量化廠區的安全風險指數，協助管理者快速掌握當前防線的脆弱環節。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管理改善建議：提供精準且可落地的防範對策，例如調整現場宣導、加強特定區域巡檢，或優化人員動線。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06  總結與未來展望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🏆 系統實施成效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被動防護轉為主動防禦：跳脫傳統事後調閱監視器的模式，在違規發生的第一秒立即通報，將意外機率降至最低。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工安管理數位化：結合資料庫與 AI 分析，將冰冷的監控影像轉化為具備管理價值的工安稽核報告。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顯著降低巡檢人力：全天候自動化監控，減輕安全稽核人員現場巡查負擔，提升管理效率。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🚀 未來擴充方向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擴充更多防護具識別：未來計劃引入安全鞋、防墜安全帶、護目鏡或口罩等多種類別的 YOLO 偵測模型。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多相機與多廠區支援：支援接入多路 IP Camera，實現大規模廠區或跨廠區的同步邊緣監控與集中管理。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Microsoft JhengHei"/>
              </a:defRPr>
            </a:pPr>
            <a:r>
              <a:t>• 雙平台通報機制：除目前已實現的 Discord 通報外，未來可啟用並完善 LINE Notify 通報，滿足多元通訊需求。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簡報結束，謝謝聆聽</a:t>
            </a:r>
          </a:p>
          <a:p>
            <a:pPr algn="ctr"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AIoT 智慧安全監控與主動防禦平台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